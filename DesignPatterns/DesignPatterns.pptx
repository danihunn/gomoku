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hu-H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hu-H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hu-HU" sz="3300" strike="noStrike" u="none">
              <a:solidFill>
                <a:srgbClr val="dd41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hu-HU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hu-HU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hu-HU" sz="18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B03EF653-D7E1-435A-920C-76F1FDDDD6A2}" type="slidenum"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hu-H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hu-H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hu-HU" sz="3300" strike="noStrike" u="none">
              <a:solidFill>
                <a:srgbClr val="dd41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hu-HU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hu-HU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hu-HU" sz="18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44953492-5944-46F1-B60E-B138E137C5E2}" type="slidenum"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0076760" cy="7200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hu-H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3240" y="5040000"/>
            <a:ext cx="10076760" cy="6314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hu-H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hu-H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hu-HU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hu-HU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hu-HU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hu-HU" sz="18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hu-H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hu-HU" sz="15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C850D8C9-4A3F-4140-9E15-2C368A8B41CF}" type="slidenum">
              <a:rPr b="0" lang="hu-H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hu-H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1" lang="en-US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Design Patterns in Software Engineering</a:t>
            </a:r>
            <a:endParaRPr b="1" lang="en-US" sz="3300" strike="noStrike" u="none">
              <a:solidFill>
                <a:srgbClr val="dd41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What are design patterns?</a:t>
            </a: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	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Reusable solutions to recurring software design problems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Not exact code, but templates or guidelines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Improve communication among developers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Increase flexibility, scalability and maintainability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Language independent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B4FD2A-1FEF-4417-96CC-F18E6500273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60000" y="143640"/>
            <a:ext cx="9360000" cy="936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Why use design patterns?</a:t>
            </a:r>
            <a:br>
              <a:rPr sz="3300"/>
            </a:b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Provide proven, well tested solutions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Reduce development time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Encourage clean, modular architecture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Help avoid reinventing the wheel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Make code easier to understand and to extend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62C6E4-560D-4AE2-92A2-05189FEDBD3B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Categories of design patterns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Creational Patterns: object creation mechanisms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Structural Patterns: composition and relationships between objects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Behavioral Patterns: communication and responsibility between objects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567A0B-4A3B-4E14-95E6-72AEE3B62551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Creational patterns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Deal with object creation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Make the sysdtem independent of how objects are created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Examples: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Singleton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Factory method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Abstract factory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Builder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Prototype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A3CF50-E95A-45F4-B757-D7F4FDFD7F2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Singleton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Ensures only one instance of a class exists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Provides a global point of access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Common uses: config managers, game managers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Pros: simple, controlled access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Cons: can be overused, hard to test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029838-E726-4095-8A5F-9FAFA27ED22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Factory method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Defines an interface for creating objects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Subclasses decide which class to instantiate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Helps follow the open / closed principle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Examples: GUI elements, document creators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DF862C-7480-4811-9095-965BC0374656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Builder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Used for constructing complex objects step by step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Useful when an object has many optional parameters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Supports different representations with the same construction process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DEE554-3B0E-417E-B278-9815FEFFBC8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Structural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Focus on how classes and objects form larger structures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Make systems easier to modify and extend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Adapter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Decorator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Facade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Proxy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Composite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1BC6E8-F27B-47F0-9566-1432A22FB6B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Adapter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Allows incompatible interfaces to work together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“Translator” between two existing components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Example: converting legacy code to new interfaces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E68604-6B3F-408B-9CC4-3DF53F8D1BC5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Decorator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Adds functionality to objects dynamically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Avoids creating large inheritance hierarchies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Common in GUI frameworks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B460D8-A78A-4DF3-B53E-726BCE6028FD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Facade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Provides a simplified interface to a complex subsystem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Makes large libraries easier to use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Good for APIs and layered architecture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5545AA-B368-432D-A6FB-B3E5CE46EF06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Behavioral patterns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Manage how objects interact and communicate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Help distribute responsibilities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Observer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Strategy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Command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State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Iterator</a:t>
            </a:r>
            <a:endParaRPr b="0" lang="en-US" sz="21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30B4AD6-FBF7-456B-8EB6-D101FFB6D86F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Observer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Defines one-to-many dependency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When one object changes state, all observers are notified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Common in event systems and GUIs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44A4C06-CEF1-417E-AA01-3EB4EF743EA3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Strategy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Defines a family of interchangeable algorithms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Client can change behavior at runtime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Examples: sorting, routing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737FA8-8F66-4F70-8792-7D617801063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Command Pattern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Encapsulates an action as an object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Enables undo / redo, logging, queuing actions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Frequently used in editors, UI frameworks, automation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F8F8E5-EEA9-43C2-AA15-8C3C295A3818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Summary</a:t>
            </a:r>
            <a:endParaRPr b="0" lang="en-US" sz="3300" strike="noStrike" u="non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Design patterns offer tried-and-tested solutions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Improve code quality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Three main groups: creational, structural, behavioral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Knowing them makes you a better designer and developer</a:t>
            </a:r>
            <a:endParaRPr b="0" lang="en-US" sz="2400" strike="noStrike" u="none">
              <a:solidFill>
                <a:srgbClr val="009bdd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FB153E-70EC-4339-8D54-95EBAAB3155D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LibreOffice/25.8.3.1$Windows_X86_64 LibreOffice_project/52ad9dd1c984050a9fb6932dbfb16e86a49e9758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2025-12-02T17:02:46Z</dcterms:created>
  <dc:creator/>
  <dc:description>This work is licensed under a Creative Commons 0 License.
It makes use of the works of kka_libo_design@ashisuto.co.jp.</dc:description>
  <dc:language>hu-HU</dc:language>
  <cp:lastModifiedBy/>
  <dcterms:modified xsi:type="dcterms:W3CDTF">2025-12-02T17:23:36Z</dcterms:modified>
  <cp:revision>55</cp:revision>
  <dc:subject/>
  <dc:title>Blue Curve</dc:title>
</cp:coreProperties>
</file>